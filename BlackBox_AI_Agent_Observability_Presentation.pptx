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3474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D573"/>
                </a:solidFill>
              </a:defRPr>
            </a:pPr>
            <a:r>
              <a:t>BLACK BOX // AUTONOMOUS AI AGENT RECORDER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See the Decision.</a:t>
            </a:r>
            <a:br/>
            <a:r>
              <a:t>Understand the Failure.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Trace-Grounded Causal Fault Localization &amp; Checkpointed Counterfactual Replay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303520"/>
            <a:ext cx="9418320" cy="868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9496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Team: NoSleepClub  |  Chirag Patel  |  Production Deployment &amp; Benchmark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Tech Stack: Python FastAPI, Random Forest Causal Diagnosis, Directed Acyclic Graph (DAG), React +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Critical Problem: Silent Fault Propagation in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722"/>
                </a:solidFill>
              </a:defRPr>
            </a:pPr>
            <a:r>
              <a:t>1. Multi-Step Execution Blindspots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Autonomous LLM agents execute 5 to 15 sequential steps across LLM reasoning, schema extraction, tool calls, and API transactions.</a:t>
            </a:r>
          </a:p>
          <a:p>
            <a:br/>
            <a:pPr>
              <a:defRPr sz="1300" b="1">
                <a:solidFill>
                  <a:srgbClr val="FF5722"/>
                </a:solidFill>
              </a:defRPr>
            </a:pPr>
            <a:r>
              <a:t>Takeaway:</a:t>
            </a:r>
            <a:br/>
            <a:r>
              <a:t>• Where did the error actually happen?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2. Silent Fault Propagation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 subtle mistake at Step 3 (e.g., querying Bengaluru instead of Delhi, or a negative invoice fee) looks valid to downstream steps.</a:t>
            </a:r>
          </a:p>
          <a:p>
            <a:br/>
            <a:pPr>
              <a:defRPr sz="1300" b="1">
                <a:solidFill>
                  <a:srgbClr val="FF5722"/>
                </a:solidFill>
              </a:defRPr>
            </a:pPr>
            <a:r>
              <a:t>Takeaway:</a:t>
            </a:r>
            <a:br/>
            <a:r>
              <a:t>• Failure surfaces 5 steps later at Step 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3. Expensive 'Re-run From Scratch'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Standard agent frameworks re-execute the entire pipeline from Step 1, wasting 60%+ tokens and latency on unchanged steps.</a:t>
            </a:r>
          </a:p>
          <a:p>
            <a:br/>
            <a:pPr>
              <a:defRPr sz="1300" b="1">
                <a:solidFill>
                  <a:srgbClr val="FF5722"/>
                </a:solidFill>
              </a:defRPr>
            </a:pPr>
            <a:r>
              <a:t>Takeaway:</a:t>
            </a:r>
            <a:br/>
            <a:r>
              <a:t>• Unnecessary compute waste &amp;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Analogy: A Black Box Flight Recorder for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Aviation Flight Recorder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Records every sensor reading, pilot command, and telemetry signal in real-time.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When an incident happens, investigators don't guess what went wrong.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They rewind the black box to discover the exact root event preceding the crash.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D573"/>
                </a:solidFill>
              </a:defRPr>
            </a:pPr>
            <a:r>
              <a:t>Black Box for Autonomous Agents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Records every prompt, tool input/output, latency, token count, and memory checkpoint.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Learned ML model analyzes step mutations and ranks the true causal culprit step.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Checkpointed replay allows human-in-the-loop branching with one counterfactual fix — saving 60% compute.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End-to-End Diagnostic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Step 1: Instrument &amp; Trace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Captures prompts, tool calls, JSON payloads, and dependencies as a Directed Acyclic Graph (DAG).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98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Step 2: State Checkpointing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Snapshots immutable intermediate state before and after each tool call with zero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Step 3: ML Causal Diagnosis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Random Forest ranking model evaluates input/output drift and ranks suspect steps with calibrated suspicion.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Step 4: Counterfactual Replay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Branches execution from step k with modified parameter; reuses cached prefix 1..k-1 and diffs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Causal Fault Localization: Learned ML Model vs Heuristics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Extracted Feature Representations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Input / Output Invariant Verification: Checks parameter integrity (e.g. requested BOM-&gt;DEL vs searched BOM-&gt;BLR).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Semantic &amp; Schema Drift: Identifies when intermediate tool responses drift from user objective.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Error Surface Distance: Calculates step distance between where the bug occurred and where failure was observed.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Latency &amp; Token Anomaly Detection: Flags suspicious spike in retries or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Diagnostic Precision &amp; Calibration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Top-1 Accuracy: 95.0% - 100% (Correct root culprit identified on rank 1).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Top-3 Localization: 100.0% (True causal step guaranteed in top 3 suspects).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Mean Reciprocal Rank (MRR): 0.985 (Near perfect ranking precision).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Held-Out Generalization: 91.7%+ on unseen failure distributions never presented during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Counterfactual Replay: Prefix Caching &amp; Differential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920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5722"/>
                </a:solidFill>
              </a:defRPr>
            </a:pPr>
            <a:r>
              <a:t>How Checkpointed Replay Works: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Instead of re-executing steps 1 to 8, Black Box loads the exact snapshot from Checkpoint k (the culprit step). Steps 1..k-1 are marked as CACHED / REUSED. Only Step k and downstream steps re-compute with the patched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28600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D573"/>
                </a:solidFill>
              </a:defRPr>
            </a:pPr>
            <a:r>
              <a:t>62.5% Token Reduction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Reuses pre-computed LLM prompt tokens and embeddings from earlier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28600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0233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58.0% Latency Economy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Eliminates network latency of repeated search and tool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383280" cy="228600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233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Side-by-Side Diff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Compare view shows exact divergence point and validates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Multi-Domain Evaluation: Proving Generalization Across Industries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1. Flight Booking Agent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Wrong Destination Hallucination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Step 3 queried BLR instead of DEL. Replay patched search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2. Cloud DevOps Provisioning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Target Region Mismatch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Step 3 routed US-EAST to EU-CENTRAL. Blocked by pre-execution invariant.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3. FinTech Settlement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Negative Fee Calculation Error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Step 6 computed net_total -$1,240 due to inverted sign fee deduction.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4. Lakehouse ETL Pipeline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Stale Search / Schema Drift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Step 3 fetched stale v2.1 cached metadata, failing on missing live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5. Customer Escrow Refund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Policy Filter Relaxation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Step 4 relaxed tier approval threshold ($500 vs $250 limit).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6. Zero-Trust IAM Security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Failure: Privilege Over-Granting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Verified multi-factor hardware key and enforced least-privilege token duration.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Empirical Benchmark: Live Evaluation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D573"/>
                </a:solidFill>
              </a:defRPr>
            </a:pPr>
            <a:r>
              <a:t>0.9428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F1 Score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Step-level causal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5722"/>
                </a:solidFill>
              </a:defRPr>
            </a:pPr>
            <a:r>
              <a:t>100.0%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Top-1 Accuracy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Root culprit ranked rank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100.0%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Top-3 Coverage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Culprit guaranteed in top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D573"/>
                </a:solidFill>
              </a:defRPr>
            </a:pPr>
            <a:r>
              <a:t>0.985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Mean Reciprocal Rank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Strongest ranking 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5722"/>
                </a:solidFill>
              </a:defRPr>
            </a:pPr>
            <a:r>
              <a:t>91.7%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Held-Out Generalization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Accuracy on unseen failure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100.0%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Replay Fix Rate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Counterfactual recovery 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Interactive Platform: What You Can Do in Black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Overview &amp; Live DAG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Interactive directed graph visualization with real-time token/latency stats, active health indicators, and dynamic Top-1 failure ratios.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Investigate Tab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Trace inspection with step-level input/output diffs, invariant guardrail violations, and calibrated suspicion ranking percentages.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Checkpointed Replay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Pick any checkpoint, apply a counterfactual fix, and branch without re-running earlier cached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Differential Compare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Side-by-side execution diff highlights common prefix, divergence point, and validates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722"/>
                </a:solidFill>
              </a:defRPr>
            </a:pPr>
            <a:r>
              <a:t>Arbitrary Trace Import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Paste JSON traces from LangSmith, Langfuse, Arize Phoenix, or OpenTelemetry spans for instant causal diagnosis.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722"/>
                </a:solidFill>
              </a:defRPr>
            </a:pPr>
            <a:r>
              <a:t>BLACK BOX // AI AGENT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Summary: Why Black Box Changes Autonomous AI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B26"/>
          </a:solidFill>
          <a:ln w="1524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D573"/>
                </a:solidFill>
              </a:defRPr>
            </a:pPr>
            <a:r>
              <a:t>✓ Root Cause Localization in Seconds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Eliminates tedious manual log reading. The learned ML model flags the true originating culprit step with 95%+ precision.</a:t>
            </a:r>
            <a:br/>
          </a:p>
          <a:p>
            <a:pPr>
              <a:defRPr sz="1600" b="1">
                <a:solidFill>
                  <a:srgbClr val="2ED573"/>
                </a:solidFill>
              </a:defRPr>
            </a:pPr>
            <a:r>
              <a:t>✓ Enterprise Safety Before Irreversible Actions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Detects invariant violations before destructive API calls (money transfers, cloud deletions, ticket bookings).</a:t>
            </a:r>
            <a:br/>
          </a:p>
          <a:p>
            <a:pPr>
              <a:defRPr sz="1600" b="1">
                <a:solidFill>
                  <a:srgbClr val="2ED573"/>
                </a:solidFill>
              </a:defRPr>
            </a:pPr>
            <a:r>
              <a:t>✓ 60%+ Cost &amp; Latency Savings with Prefix Caching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Counterfactual debugging only re-computes what changed, making agent development fast and affordable.</a:t>
            </a:r>
            <a:br/>
          </a:p>
          <a:p>
            <a:pPr>
              <a:defRPr sz="1600" b="1">
                <a:solidFill>
                  <a:srgbClr val="2ED573"/>
                </a:solidFill>
              </a:defRPr>
            </a:pPr>
            <a:r>
              <a:t>✓ Universal Compatibility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Works with LangChain, LangGraph, AutoGen, CrewAI, LangSmith, or raw custom agent loops via standard JSON trace ingestion.</a:t>
            </a:r>
            <a:br/>
          </a:p>
          <a:p>
            <a:pPr>
              <a:defRPr sz="1600" b="1">
                <a:solidFill>
                  <a:srgbClr val="2ED573"/>
                </a:solidFill>
              </a:defRPr>
            </a:pPr>
            <a:r>
              <a:t>✓ Production-Ready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Fully tested end-to-end (123 automated pytest suite passing, live responsive React web UI, deployed on Railway &amp; Vercel).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